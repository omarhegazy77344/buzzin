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194560"/>
            <a:ext cx="914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828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 ·  EXECUTIVE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560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Buzzin Website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7C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Repositioning a category leader.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 single-product VMS vendor to the operating system for premises intelligence — ten integrated modules, one dashboard, one audit trail.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6035040"/>
            <a:ext cx="914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Designed, engineered, and shipped by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62362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Omar Hegazy  —  Solutions Engineer  ·  May 2026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36815" y="62362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buzzin-mu.vercel.app/en   ·   buzzin.ae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sales asset, not a brochure.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things this website does for Buzzin every day, with zero ongoing agency cost.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724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marketing site, owned in-house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from scratch on a modern stack. No agency dependency. Every page changeable in hours, not months.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32004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61188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Repositions the company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11880" y="43891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integrated modules, one platform, one audit trail. The story is now category leader, not vendor.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32004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4652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for serious buyers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46520" y="43891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copy, hard numbers, named clients. Aimed at VP Operations, Heads of Community, School Principals.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52560" y="32004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28116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Live, indexed, mobile-first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81160" y="43891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GCC-ready (English + Arabic), WhatsApp + email + phone lead capture built in.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rebuilt the website.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strategic shifts the new site is built to deliver.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724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Reposition the company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“Buzzin = visitor management” to “Buzzin = the premises intelligence platform.” Ten modules. One dashboard. One audit trail.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43400" y="320040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57200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 to the senior buyer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3891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Direct, outcome-led copy aimed at VP Operations, Heads of Community at Aldar / Asteco, and Principals at Taaleem / Brighton College — not feature browsers.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3200400"/>
            <a:ext cx="3611880" cy="2926080"/>
          </a:xfrm>
          <a:prstGeom prst="roundRect">
            <a:avLst>
              <a:gd name="adj" fmla="val 3750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36676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credibility into demos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66760" y="43891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page funnels to /book-demo. Every claim has a number, a client name, or a compliance reference next to 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person.  The whole site.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Twenty-three pages and a full delivery system, shipped end to end.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SHIPPED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Homepage, Platform overview, Why Buzzin, About, Security &amp; Compliance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module pages — VMS, Work Permit, Events, Attendance, QMS, Booking, Safeguarding, KMS, Patrolling, Parking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industry pages — Hospitality, Real Estate, Education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Demo, Contact, FAQ, Careers, Privacy, Terms, HTML Sitemap, 404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SYSTEMS SHIPPED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3375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system, animation system, brand-aligned component library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+ JSON-LD structured data, XML sitemap, robots.txt, breadcrumbs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API, Careers API with CV upload, MongoDB lead storage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Resend email pipeline, WhatsApp deep-linking, theme + locale routing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Sanity CMS schemas (12 document types), Vercel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fast, and built to last.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stack the world's most-trafficked product sites are built 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11094415" cy="457200"/>
          </a:xfrm>
          <a:prstGeom prst="rect">
            <a:avLst/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&amp; Runtime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108960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(App Router), React 19, TypeScript strict, Vercel edge CDN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&amp; Motion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611880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4, Framer Motion, GSAP for stat counters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11094415" cy="457200"/>
          </a:xfrm>
          <a:prstGeom prst="rect">
            <a:avLst/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&amp; Localisation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4114800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Sanity.io schemas, next-intl, English + Arabic routing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 &amp; Leads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0" y="4617720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react-hook-form, zod validation, MongoDB, Resend email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23360" y="5120640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generation, next/font, next/image, edge delivery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23360" y="5623560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strict mode, ESLint, accessibility-first markup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“Confidence does not shout.”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visual identity is cinematic, not corporate.  Amber on navy.  Generous space.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1E2547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 ·  #1E2547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108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Navy  ·  #161B35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3108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F5A623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Amber  ·  #F5A623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3108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F7C04D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Amber Soft  ·  #F7C04D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92640" y="310896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FAFAFA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Off-white  ·  #FAFAFA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349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 Serif Display  —  hero headlines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Syne  —  section tags, UI, badges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Jakarta Sans  —  body text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Cairo + Tajawal  —  Arabic headings and body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5349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space is deliberate, not empty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makes amber meaningful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section purpose-built, never a template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 are the product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 that communicates character.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 as identity — never decoration.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3108960"/>
            <a:ext cx="1091153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Scroll-triggered reveals on every section, with a custom brand-eased curve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Staggered grids so feature and step cards arrive in rhythm, not all at once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Floating notification cards on hero dashboards, bobbing on a 3.5-second loop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GSAP-driven stat counters that animate from zero — “20M+ interactions” counts up live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Bidirectional re-trigger so animations replay as the visitor scrolls back up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prefers-reduced-motion support — accessible to every visitor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found.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Owned distribution that compounds over time — no advertising spend required to start.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ON-PAGE &amp; STRUCTURED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title, description, and Open Graph for every page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SoftwareApplication JSON-LD on every module page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 schema on the homepage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BreadcrumbList site-wide  +  FAQPage on the FAQ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FOUNDATIONS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3375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XML sitemap (English + Arabic) and robots.txt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generation = instant time-to-first-byte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linking from every page to its related modules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HTML, alt text, accessibility-first markup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532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KEYWORDS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 management system UAE  ·  digital work permit system UAE  ·  KHDA safeguarding system  ·  NFC attendance management UAE  ·  amenity booking management UAE  ·  ANPR parking management UAE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word earns its place.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for the decision-maker who signs contracts, not the user running a free trial.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PRINCIPLES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Direct, declarative copy  —  no hype, no superlatives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are always specific  —  81,085 permits, not “thousands”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first, mechanism second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sits next to claims  —  client names beside every value prop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310896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20M+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720840" y="376275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Interactions processed across the GCC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6880" y="310896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9464040" y="376275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Organisations running Buzzin daily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4348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572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sec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720840" y="50886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visitor check-in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26880" y="44348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64040" y="4572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71×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9464040" y="50886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in access events 2024 → 2025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 BY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Atlantis  ·  Aldar  ·  Asteco  ·  Fairmont  ·  Kempinski  ·  Grand Hyatt  ·  Taaleem  ·  Brighton College  ·  GEMS  ·  DAMAC  ·  Al-Futtaim  ·  Masdar City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website converts.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channels.  One pipeline.  Zero advertising spend to start producing leads.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Form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with react-hook-form + zod.  Lands on /book-demo from every page.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6616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Floating button on every page.  Pre-filled message opens on desktop and mobile.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+971 4 320 1265 in the navbar and footer.  Tap-to-call on mobile.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5256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3544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applications with CV upload (up to 5MB), routed to talents@buzzin.ae.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67248" y="4617720"/>
            <a:ext cx="457200" cy="41148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0D1023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212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LEAD PIPELINE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5321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lands  →  /api/contact  →  MongoDB lead storage  +  Resend email  →  Notification to info@buzzin.ae  +  automatic confirmation to the prospect.  Provider is abstracted  —  HubSpot, Salesforce, or any CRM is a code-level swap.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&amp; PERFORMANCE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device the buyer actually uses.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Mobile-first, accessible by default, and served from Vercel's edge CDN worldwide.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 design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37490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layout starts as one column on phones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Expands at sm, md, and lg breakpoints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Hamburger nav with full accordion menu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button always in the thumb zone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43400" y="310896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17720" y="37490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HTML throughout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 text on every image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labels on every icon-only button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Respects prefers-reduced-motion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310896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37490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generation at build time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server work at request time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next/font for zero layout shift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Edge-cached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website does for Buzzin every day.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outcomes, all measurable, all compounding over time.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724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demos, lower cost per lead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297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page is a converter — form, WhatsApp, phone, email.  No paid ads required to start producing leads.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61188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Stronger positioning in deals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11880" y="4297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buyer at Aldar or Atlantis searches Buzzin mid-deal, they land on a site that signals scale and leadership.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31089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4652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Recruiting and employer brand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46520" y="4297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careers page with CV upload tells talent the company is serious and well-run.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52560" y="310896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28116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Owned distribution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81160" y="4297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compounds.  Every new module page adds a new keyword footprint and a new search entry point.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&amp; COMPLIANCE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clear procurement.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buyers don't sign anything until the security posture is visible.  Ours is on every page.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68880" y="3200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1 / 2 /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89120" y="3200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 Aligned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3200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 PDPL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0" y="3200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 Pass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149840" y="3200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61B35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984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 Ready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THROUGHOUT THE SITE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3891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Security &amp; Compliance page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Certifications strip on every module page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Policy + Terms of Service in the footer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client names only — no inflated logos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008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43891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Shortens procurement cycles in regulated industries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a key objection before it's raised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Signals enterprise maturity to first-time visitors</a:t>
            </a:r>
            <a:endParaRPr lang="en-US" sz="12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Aligned with UAE data protection standards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from here.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investments that turn the website from a launch into a compounding asset.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the Arabic version with native copy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Framework, fonts, RTL routing already in place. Missing piece: professional Arabic translation. Unlocks KSA, Kuwait, and Lebanon search traffic.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2064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Google Analytics 4 + Search Console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2628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which pages drive demos, which keywords land impressions, which industries convert. Feed data back into copy and SEO.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3816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91540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Google Ads on high-intent terms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 existing landing pages with paid search on “visitor management system UAE” and the other 13 primary keywords.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8006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892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 lead capture into HubSpot or Salesforce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53492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abstraction is already built. Demos flow straight into sales with no extra engineering work.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43400" y="48006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4892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12064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Activate the Sanity CMS for marketing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26280" y="53492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Schemas already defined. Marketing can update copy, stats, and case studies without code changes.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138160" y="48006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161B35"/>
          </a:solidFill>
          <a:ln w="6350">
            <a:solidFill>
              <a:srgbClr val="2A32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4892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91540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Case Studies / Insights section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21040" y="53492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Long-form proof articles for Aldar, Atlantis, Taaleem rollouts. SEO depth, sales enablement, and outbound link-bait.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0" y="45720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0" y="82296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67160" y="118872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67160" y="1554480"/>
            <a:ext cx="320040" cy="365760"/>
          </a:xfrm>
          <a:prstGeom prst="hexagon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2A3258"/>
          </a:solidFill>
          <a:ln w="12700">
            <a:solidFill>
              <a:srgbClr val="2A32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Buzzin Website  ·  Designed and shipped by Omar Hegazy — Solutions Engineer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1143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pixel.  Every line.  Every word.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Planned, architected, designed, built, written, optimised, and deployed in-house.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46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85800" y="391363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shipped end to 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1089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246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4526280" y="391363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platform modules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1089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161B35"/>
          </a:solidFill>
          <a:ln w="9525">
            <a:solidFill>
              <a:srgbClr val="2A32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366760" y="3913632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agency cost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07492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engineering  —  Next.js, React, TypeScript, Tailwind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system, UX writing, SEO, JSON-LD structured data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Animations, forms, APIs, email pipeline, MongoDB integration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deployment, performance tuning, accessibility, mobile-first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926080"/>
            <a:ext cx="914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60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Buzzin's website is now a sales asset — not a brochure.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914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and shipped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5413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Omar Hegazy  —  Solutions Engineer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live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buzzin-mu.vercel.app/en   ·   buzzin.ae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Buzzin FZCO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Buzzin Website — Executive Review</dc:title>
  <dc:subject>Repositioning a Category Leader</dc:subject>
  <dc:creator>Omar Hegazy</dc:creator>
  <cp:lastModifiedBy>Omar Hegazy</cp:lastModifiedBy>
  <cp:revision>1</cp:revision>
  <dcterms:created xsi:type="dcterms:W3CDTF">2026-05-25T10:31:28Z</dcterms:created>
  <dcterms:modified xsi:type="dcterms:W3CDTF">2026-05-25T10:31:28Z</dcterms:modified>
</cp:coreProperties>
</file>